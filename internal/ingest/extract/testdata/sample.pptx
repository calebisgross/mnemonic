
<file path=[Content_Types].xml><?xml version="1.0" encoding="utf-8"?>
<Types xmlns="http://schemas.openxmlformats.org/package/2006/content-types">
  <Default Extension="xml" ContentType="application/xml"/>
  <Default Extension="rels" ContentType="application/vnd.openxmlformats-package.relationships+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r="http://schemas.openxmlformats.org/officeDocument/2006/relationships">
  <p:sldIdLst>
    <p:sldId id="256" r:id="rId2"/>
    <p:sldId id="257" r:id="rId3"/>
  </p:sldIdLst>
</p:presentation>
</file>

<file path=ppt/_rels/presentation.xml.rels><?xml version="1.0" encoding="UTF-8" standalone="yes"?>
<Relationships xmlns="http://schemas.openxmlformats.org/package/2006/relationships">
  <Relationship Id="rId2" Type="http://schemas.openxmlformats.org/officeDocument/2006/relationships/slide" Target="slides/slide1.xml"/>
  <Relationship Id="rId3" Type="http://schemas.openxmlformats.org/officeDocument/2006/relationships/slide" Target="slides/slide2.xml"/>
</Relationships>
</file>

<file path=ppt/slides/slide1.xml><?xml version="1.0" encoding="utf-8"?>
<p:sld xmlns:a="http://schemas.openxmlformats.org/drawingml/2006/main" xmlns:p="http://schemas.openxmlformats.org/presentationml/2006/main">
  <p:cSld>
    <p:spTree>
      <p:sp>
        <p:txBody>
          <a:p>
            <a:r>
              <a:t>Architecture Overview for Mnemonic Memory System</a:t>
            </a:r>
          </a:p>
          <a:p>
            <a:r>
              <a:t>This presentation covers the design decisions and implementation approach for the semantic memory daemon including the cognitive agent pipeline and event bus architecture used for inter-agent communication</a:t>
            </a:r>
          </a:p>
        </p:txBody>
      </p:sp>
    </p:spTree>
  </p:cSld>
</p:sld>
</file>

<file path=ppt/slides/slide2.xml><?xml version="1.0" encoding="utf-8"?>
<p:sld xmlns:a="http://schemas.openxmlformats.org/drawingml/2006/main" xmlns:p="http://schemas.openxmlformats.org/presentationml/2006/main">
  <p:cSld>
    <p:spTree>
      <p:sp>
        <p:txBody>
          <a:p>
            <a:r>
              <a:t>Retrieval and Spread Activation</a:t>
            </a:r>
          </a:p>
          <a:p>
            <a:r>
              <a:t>The retrieval agent uses spread activation to traverse memory associations finding contextually relevant results through multiple hops across the association graph with configurable decay factors and similarity thresholds for each traversal step</a:t>
            </a:r>
          </a:p>
        </p:txBody>
      </p:sp>
    </p:spTree>
  </p:cSld>
</p:sld>
</file>